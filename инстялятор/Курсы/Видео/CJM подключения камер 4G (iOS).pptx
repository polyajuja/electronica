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03FE46-379D-69D9-2F76-D89149BE77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D9CA3FC-9B96-3862-C9E8-6F80169E4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2B4749-9156-A056-56C2-7244E9829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C17E-9E5B-4184-B5A2-72E99CD2F62B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C98E6-3B98-5611-B4FE-D43ADEA68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0C044F-146E-09BC-DF11-F6E0B7378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258C-C358-48F9-9757-27BC1F3D44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868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035050-A0A7-1D36-046E-FC565FBC4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89D72F-6F0C-D6F7-8D50-E9DB765BB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A27A97-5690-4D49-D4D8-E4663DCD5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C17E-9E5B-4184-B5A2-72E99CD2F62B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DDE84C-1A31-03FB-933B-73BFB3990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EE6A70-E104-E55A-3B26-A8FB63CF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258C-C358-48F9-9757-27BC1F3D44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297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A6507-7D17-5CD8-6E09-2F62AD872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1F70E6-395E-7771-0113-1BD002153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D8D8C3-9E83-47BD-02F2-01467BE62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C17E-9E5B-4184-B5A2-72E99CD2F62B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3511CA-CD23-D403-90C7-F55A79B34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0D11E2-8C83-1AFF-F911-9F69CB565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258C-C358-48F9-9757-27BC1F3D44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0094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2E9C1-5F02-EC9B-82DE-E558F393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79B2C2-960C-FF69-02CB-A8C959F116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1969F38-78E0-59B5-31DC-8852471B8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C1E44C4-59AE-04EC-B4F8-93559C04D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C17E-9E5B-4184-B5A2-72E99CD2F62B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9735B1-6B64-6BAC-94EB-53EF144E6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2504193-C7DE-F16C-B33A-2481C6081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258C-C358-48F9-9757-27BC1F3D44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0790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7940D9-E172-BEE1-07EC-E85E0AA02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D21335-1EF4-E582-277F-2A9B1029F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60517DA-1F65-C148-1CB1-47DA6D79D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05CD90F-02B4-BD1B-3171-791A06E556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0F8044A-021E-9C7F-1322-1D4DA906E3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500A0C3-B02F-5EF7-C7D8-22EE19F4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C17E-9E5B-4184-B5A2-72E99CD2F62B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2356A44-F795-587C-53C2-097BB9E55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D3EDA18-277D-BBC4-83DF-BFF1CB624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258C-C358-48F9-9757-27BC1F3D44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120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D52A2D-E984-396C-21F4-E6EFAB754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FDCCD15-393C-4E13-AE49-9AAEE13EB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C17E-9E5B-4184-B5A2-72E99CD2F62B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621A7FA-46BC-CCD7-AE01-AFFE32063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CD90DAA-E771-36A1-D862-E9D16D6BE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258C-C358-48F9-9757-27BC1F3D44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7714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3ACA6CA-17DD-6BD5-F0F7-B3ACAD192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C17E-9E5B-4184-B5A2-72E99CD2F62B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CD35F16-B257-B063-3293-18C09B480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D470AE4-6849-543A-9D32-F698E99E2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258C-C358-48F9-9757-27BC1F3D44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241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8B145D-4C67-5047-2333-F09FCFEFD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B559AC-3274-809C-529E-FE4784C80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81794F-B54D-E358-236B-89C0C17ED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32687FB-BDF4-5A45-AB5C-39054AAFA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C17E-9E5B-4184-B5A2-72E99CD2F62B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E6E41B3-40CE-25BB-67AF-981133891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CFD0C8-39F4-62AF-9B12-195294BE4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258C-C358-48F9-9757-27BC1F3D44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089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C2E6B1-BD6E-45D5-D58C-36AA68750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BFF0A8A-02FA-23D5-85D2-CCE20892E9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9C56DAD-8C13-D20B-3791-D152171C7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FC1F42F-54A0-2F4A-E188-4030ED8EC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C17E-9E5B-4184-B5A2-72E99CD2F62B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75478C0-8720-4136-4355-A4A5E0E60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C2E83BA-003D-23FB-F849-06EB5133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258C-C358-48F9-9757-27BC1F3D44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8922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33D099-D74D-8855-6C2C-EAE134BD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877FE9D-FEFF-C596-7D62-F1993D5083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BFC6E0-756F-4FB4-E697-68639B1E4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C17E-9E5B-4184-B5A2-72E99CD2F62B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006BBA-1012-FFFB-DB21-94127D1DF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EAEF4E-E140-CC54-28B2-0B40444B6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258C-C358-48F9-9757-27BC1F3D44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4478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B22906F-4C7D-4695-2855-EB34644B00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71955F-AB5A-751B-9D65-2DF90AF03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E72378-1D17-CAD8-1311-D2DDDA541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C17E-9E5B-4184-B5A2-72E99CD2F62B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925FC8-7AE2-8DDD-413B-1348DE70B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229F68-D588-B7B8-59F9-37ACCD6B1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258C-C358-48F9-9757-27BC1F3D44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6376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97DB6-5A5E-9469-0EB3-8A39AC971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4DC5AE9-E301-DEB5-ECD0-51F413523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B5E109-7613-40C5-DEC8-08C52F096F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58C17E-9E5B-4184-B5A2-72E99CD2F62B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5F2741-B42B-C131-7788-3E51CFE1A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D79C58-4D1E-FE9D-A337-F60648E5F7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45258C-C358-48F9-9757-27BC1F3D44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802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3FD44B3-B8E7-2C9F-34B4-320008CE721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360488" y="258654"/>
            <a:ext cx="93437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  CJM подключения камер 4G (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iOS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Android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аналогичный CJM, только без сканирования штрих-кода камерой смартфона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A88B2464-336C-8B80-8DC1-D7B27CDCD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0" name="Рисунок 19" descr="Изображение выглядит как текст, снимок экрана, программное обеспечение, мультимеди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A2FA1D6-2090-6460-0DC8-69929F818F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6" y="1091461"/>
            <a:ext cx="1458689" cy="2771774"/>
          </a:xfrm>
          <a:prstGeom prst="rect">
            <a:avLst/>
          </a:prstGeom>
        </p:spPr>
      </p:pic>
      <p:pic>
        <p:nvPicPr>
          <p:cNvPr id="22" name="Рисунок 21" descr="Изображение выглядит как текст, снимок экрана, программное обеспечение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08BE782-C4D3-D541-12C0-84EE3E0A75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6" y="3982788"/>
            <a:ext cx="1480442" cy="2808288"/>
          </a:xfrm>
          <a:prstGeom prst="rect">
            <a:avLst/>
          </a:prstGeom>
        </p:spPr>
      </p:pic>
      <p:pic>
        <p:nvPicPr>
          <p:cNvPr id="24" name="Рисунок 23" descr="Изображение выглядит как текст, снимок экрана, программное обеспечение, мультимеди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5EF359E-FB0F-74E2-01FA-2BB11828EA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058" y="1085413"/>
            <a:ext cx="1480442" cy="2784195"/>
          </a:xfrm>
          <a:prstGeom prst="rect">
            <a:avLst/>
          </a:prstGeom>
        </p:spPr>
      </p:pic>
      <p:pic>
        <p:nvPicPr>
          <p:cNvPr id="26" name="Рисунок 25" descr="Изображение выглядит как текст, снимок экран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730554E-887A-5B22-B033-A45F05DF1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058" y="3954462"/>
            <a:ext cx="1480442" cy="2836614"/>
          </a:xfrm>
          <a:prstGeom prst="rect">
            <a:avLst/>
          </a:prstGeom>
        </p:spPr>
      </p:pic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F5AC032F-7EF7-909A-0BE0-D2C4B688A70B}"/>
              </a:ext>
            </a:extLst>
          </p:cNvPr>
          <p:cNvCxnSpPr/>
          <p:nvPr/>
        </p:nvCxnSpPr>
        <p:spPr>
          <a:xfrm flipV="1">
            <a:off x="1666875" y="1266825"/>
            <a:ext cx="276225" cy="3333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C77F935E-6C8F-F6A0-1385-543180F2F124}"/>
              </a:ext>
            </a:extLst>
          </p:cNvPr>
          <p:cNvCxnSpPr>
            <a:cxnSpLocks/>
          </p:cNvCxnSpPr>
          <p:nvPr/>
        </p:nvCxnSpPr>
        <p:spPr>
          <a:xfrm>
            <a:off x="1382240" y="6334125"/>
            <a:ext cx="4227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2CF22F5B-9455-C31C-665E-892477A2466E}"/>
              </a:ext>
            </a:extLst>
          </p:cNvPr>
          <p:cNvSpPr/>
          <p:nvPr/>
        </p:nvSpPr>
        <p:spPr>
          <a:xfrm>
            <a:off x="2359049" y="5926462"/>
            <a:ext cx="1348457" cy="20002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337B2AA7-21DC-C8C3-38A6-D4D5EE43A0B3}"/>
              </a:ext>
            </a:extLst>
          </p:cNvPr>
          <p:cNvSpPr/>
          <p:nvPr/>
        </p:nvSpPr>
        <p:spPr>
          <a:xfrm>
            <a:off x="2359050" y="2554612"/>
            <a:ext cx="1348457" cy="20002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1A45120E-4334-4ADA-DCDA-D415BFC374A9}"/>
              </a:ext>
            </a:extLst>
          </p:cNvPr>
          <p:cNvCxnSpPr>
            <a:cxnSpLocks/>
          </p:cNvCxnSpPr>
          <p:nvPr/>
        </p:nvCxnSpPr>
        <p:spPr>
          <a:xfrm>
            <a:off x="2108088" y="2661618"/>
            <a:ext cx="184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B04E014C-F770-7B8A-4C84-7424AFBA63F2}"/>
              </a:ext>
            </a:extLst>
          </p:cNvPr>
          <p:cNvCxnSpPr>
            <a:cxnSpLocks/>
          </p:cNvCxnSpPr>
          <p:nvPr/>
        </p:nvCxnSpPr>
        <p:spPr>
          <a:xfrm>
            <a:off x="2108088" y="5601463"/>
            <a:ext cx="184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38" name="Рисунок 37" descr="Изображение выглядит как текст, снимок экрана, графический дизайн, Графи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0A94866-EABE-2242-14EC-3A663ED02D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9129" y="2324028"/>
            <a:ext cx="1480443" cy="3317519"/>
          </a:xfrm>
          <a:prstGeom prst="rect">
            <a:avLst/>
          </a:prstGeom>
        </p:spPr>
      </p:pic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EF008D58-E27C-F887-F0CF-F1A0D18BA95E}"/>
              </a:ext>
            </a:extLst>
          </p:cNvPr>
          <p:cNvSpPr/>
          <p:nvPr/>
        </p:nvSpPr>
        <p:spPr>
          <a:xfrm>
            <a:off x="5195714" y="2754638"/>
            <a:ext cx="674144" cy="97670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3" name="Соединитель: уступ 42">
            <a:extLst>
              <a:ext uri="{FF2B5EF4-FFF2-40B4-BE49-F238E27FC236}">
                <a16:creationId xmlns:a16="http://schemas.microsoft.com/office/drawing/2014/main" id="{BC4C9123-F352-E8B6-CBBD-57B8F9B12519}"/>
              </a:ext>
            </a:extLst>
          </p:cNvPr>
          <p:cNvCxnSpPr>
            <a:cxnSpLocks/>
          </p:cNvCxnSpPr>
          <p:nvPr/>
        </p:nvCxnSpPr>
        <p:spPr>
          <a:xfrm>
            <a:off x="3785318" y="3323897"/>
            <a:ext cx="658357" cy="539338"/>
          </a:xfrm>
          <a:prstGeom prst="bentConnector3">
            <a:avLst>
              <a:gd name="adj1" fmla="val 42159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9" name="Соединитель: уступ 58">
            <a:extLst>
              <a:ext uri="{FF2B5EF4-FFF2-40B4-BE49-F238E27FC236}">
                <a16:creationId xmlns:a16="http://schemas.microsoft.com/office/drawing/2014/main" id="{6F0D761A-EB49-A544-9135-C0D4873277CB}"/>
              </a:ext>
            </a:extLst>
          </p:cNvPr>
          <p:cNvCxnSpPr>
            <a:cxnSpLocks/>
          </p:cNvCxnSpPr>
          <p:nvPr/>
        </p:nvCxnSpPr>
        <p:spPr>
          <a:xfrm flipV="1">
            <a:off x="3808954" y="4041058"/>
            <a:ext cx="634721" cy="615498"/>
          </a:xfrm>
          <a:prstGeom prst="bentConnector3">
            <a:avLst>
              <a:gd name="adj1" fmla="val 40706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67" name="Рисунок 66" descr="Изображение выглядит как текст, снимок экрана, логотип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0F735F7-3CDF-97E4-237B-0A194E1FCA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540" y="2324028"/>
            <a:ext cx="1480441" cy="3305074"/>
          </a:xfrm>
          <a:prstGeom prst="rect">
            <a:avLst/>
          </a:prstGeom>
        </p:spPr>
      </p:pic>
      <p:sp>
        <p:nvSpPr>
          <p:cNvPr id="68" name="Прямоугольник: скругленные углы 67">
            <a:extLst>
              <a:ext uri="{FF2B5EF4-FFF2-40B4-BE49-F238E27FC236}">
                <a16:creationId xmlns:a16="http://schemas.microsoft.com/office/drawing/2014/main" id="{90015F24-DFD7-601C-86FF-3C24E92350F7}"/>
              </a:ext>
            </a:extLst>
          </p:cNvPr>
          <p:cNvSpPr/>
          <p:nvPr/>
        </p:nvSpPr>
        <p:spPr>
          <a:xfrm>
            <a:off x="6430297" y="2754638"/>
            <a:ext cx="1356851" cy="48263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0" name="Прямая со стрелкой 69">
            <a:extLst>
              <a:ext uri="{FF2B5EF4-FFF2-40B4-BE49-F238E27FC236}">
                <a16:creationId xmlns:a16="http://schemas.microsoft.com/office/drawing/2014/main" id="{B0477C1F-2234-2BCF-D412-62DFE48B2F7E}"/>
              </a:ext>
            </a:extLst>
          </p:cNvPr>
          <p:cNvCxnSpPr/>
          <p:nvPr/>
        </p:nvCxnSpPr>
        <p:spPr>
          <a:xfrm flipV="1">
            <a:off x="5989687" y="3152468"/>
            <a:ext cx="352738" cy="553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74" name="Рисунок 73" descr="Изображение выглядит как текст, электроника, снимок экрана, мультимеди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6E9FD8B-3DF8-66E5-F49E-AB52A7443B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9358" y="1085410"/>
            <a:ext cx="1480442" cy="3299980"/>
          </a:xfrm>
          <a:prstGeom prst="rect">
            <a:avLst/>
          </a:prstGeom>
        </p:spPr>
      </p:pic>
      <p:pic>
        <p:nvPicPr>
          <p:cNvPr id="76" name="Рисунок 75" descr="Изображение выглядит как текст, снимок экран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4941462-BBE2-4079-CB63-B0F870CA75A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5949" y="1085413"/>
            <a:ext cx="1480441" cy="3299977"/>
          </a:xfrm>
          <a:prstGeom prst="rect">
            <a:avLst/>
          </a:prstGeom>
        </p:spPr>
      </p:pic>
      <p:sp>
        <p:nvSpPr>
          <p:cNvPr id="77" name="Прямоугольник: скругленные углы 76">
            <a:extLst>
              <a:ext uri="{FF2B5EF4-FFF2-40B4-BE49-F238E27FC236}">
                <a16:creationId xmlns:a16="http://schemas.microsoft.com/office/drawing/2014/main" id="{204132BC-A373-7486-9DA7-EF5F929A8E1F}"/>
              </a:ext>
            </a:extLst>
          </p:cNvPr>
          <p:cNvSpPr/>
          <p:nvPr/>
        </p:nvSpPr>
        <p:spPr>
          <a:xfrm>
            <a:off x="8325465" y="2086897"/>
            <a:ext cx="1349477" cy="46771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9" name="Прямая со стрелкой 78">
            <a:extLst>
              <a:ext uri="{FF2B5EF4-FFF2-40B4-BE49-F238E27FC236}">
                <a16:creationId xmlns:a16="http://schemas.microsoft.com/office/drawing/2014/main" id="{54659596-C635-4A39-E874-110E96852DDA}"/>
              </a:ext>
            </a:extLst>
          </p:cNvPr>
          <p:cNvCxnSpPr/>
          <p:nvPr/>
        </p:nvCxnSpPr>
        <p:spPr>
          <a:xfrm flipV="1">
            <a:off x="7852981" y="2455606"/>
            <a:ext cx="412968" cy="5383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1" name="Прямая со стрелкой 80">
            <a:extLst>
              <a:ext uri="{FF2B5EF4-FFF2-40B4-BE49-F238E27FC236}">
                <a16:creationId xmlns:a16="http://schemas.microsoft.com/office/drawing/2014/main" id="{D6E45CBC-7A32-87F5-7355-2154667BC53F}"/>
              </a:ext>
            </a:extLst>
          </p:cNvPr>
          <p:cNvCxnSpPr/>
          <p:nvPr/>
        </p:nvCxnSpPr>
        <p:spPr>
          <a:xfrm>
            <a:off x="9746390" y="2324028"/>
            <a:ext cx="4129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2" name="Прямоугольник: скругленные углы 81">
            <a:extLst>
              <a:ext uri="{FF2B5EF4-FFF2-40B4-BE49-F238E27FC236}">
                <a16:creationId xmlns:a16="http://schemas.microsoft.com/office/drawing/2014/main" id="{3AFD47F1-2389-839A-BD98-91385A0DF99D}"/>
              </a:ext>
            </a:extLst>
          </p:cNvPr>
          <p:cNvSpPr/>
          <p:nvPr/>
        </p:nvSpPr>
        <p:spPr>
          <a:xfrm>
            <a:off x="6430297" y="3731342"/>
            <a:ext cx="1356851" cy="48263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4" name="Соединитель: уступ 83">
            <a:extLst>
              <a:ext uri="{FF2B5EF4-FFF2-40B4-BE49-F238E27FC236}">
                <a16:creationId xmlns:a16="http://schemas.microsoft.com/office/drawing/2014/main" id="{39BE7CF6-8C00-0BA9-43BF-43F944907F97}"/>
              </a:ext>
            </a:extLst>
          </p:cNvPr>
          <p:cNvCxnSpPr>
            <a:stCxn id="67" idx="3"/>
          </p:cNvCxnSpPr>
          <p:nvPr/>
        </p:nvCxnSpPr>
        <p:spPr>
          <a:xfrm>
            <a:off x="7852981" y="3976565"/>
            <a:ext cx="251258" cy="288143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317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программное обеспечение, мультимеди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84F16DC-1FF3-E8CE-647A-7A28837C5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313" y="287592"/>
            <a:ext cx="1140131" cy="2462682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A31CF14-EC9C-0DA7-9774-6AFE579828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602" y="287593"/>
            <a:ext cx="1102249" cy="2462682"/>
          </a:xfrm>
          <a:prstGeom prst="rect">
            <a:avLst/>
          </a:prstGeom>
        </p:spPr>
      </p:pic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A5DDC2F-0C6B-9FF3-8EE6-FA09CA7D8EEC}"/>
              </a:ext>
            </a:extLst>
          </p:cNvPr>
          <p:cNvSpPr/>
          <p:nvPr/>
        </p:nvSpPr>
        <p:spPr>
          <a:xfrm>
            <a:off x="656303" y="1784555"/>
            <a:ext cx="825910" cy="15485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766F02F0-6CD5-9494-C25E-4294ADF3F253}"/>
              </a:ext>
            </a:extLst>
          </p:cNvPr>
          <p:cNvCxnSpPr>
            <a:endCxn id="7" idx="1"/>
          </p:cNvCxnSpPr>
          <p:nvPr/>
        </p:nvCxnSpPr>
        <p:spPr>
          <a:xfrm flipV="1">
            <a:off x="1644444" y="1518934"/>
            <a:ext cx="314158" cy="265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2" name="Рисунок 11" descr="Изображение выглядит как текст, снимок экрана, программное обеспечение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97FE431-8AA5-7633-5731-40FA69A4E2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695" y="287592"/>
            <a:ext cx="1110185" cy="2462682"/>
          </a:xfrm>
          <a:prstGeom prst="rect">
            <a:avLst/>
          </a:prstGeom>
        </p:spPr>
      </p:pic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DB6B1FFC-A736-BC4E-8467-463938D3A6F8}"/>
              </a:ext>
            </a:extLst>
          </p:cNvPr>
          <p:cNvCxnSpPr>
            <a:stCxn id="7" idx="3"/>
            <a:endCxn id="12" idx="1"/>
          </p:cNvCxnSpPr>
          <p:nvPr/>
        </p:nvCxnSpPr>
        <p:spPr>
          <a:xfrm flipV="1">
            <a:off x="3060851" y="1518933"/>
            <a:ext cx="37084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6" name="Рисунок 15" descr="Изображение выглядит как текст, снимок экрана, Шрифт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FE7C887-7D22-70F6-2B01-84C6AEFF26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455" y="287592"/>
            <a:ext cx="1110185" cy="2473781"/>
          </a:xfrm>
          <a:prstGeom prst="rect">
            <a:avLst/>
          </a:prstGeom>
        </p:spPr>
      </p:pic>
      <p:pic>
        <p:nvPicPr>
          <p:cNvPr id="18" name="Рисунок 17" descr="Изображение выглядит как текст, снимок экрана, Шрифт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E8F6CC4-91D7-1947-94FF-2245DAB7DD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4862" y="287592"/>
            <a:ext cx="1102249" cy="2451892"/>
          </a:xfrm>
          <a:prstGeom prst="rect">
            <a:avLst/>
          </a:prstGeom>
        </p:spPr>
      </p:pic>
      <p:pic>
        <p:nvPicPr>
          <p:cNvPr id="20" name="Рисунок 19" descr="Изображение выглядит как текст, снимок экрана, Шрифт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EC069B6-AA17-A3B2-5D28-B6BAD8DA0A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2737" y="284877"/>
            <a:ext cx="1110185" cy="2465397"/>
          </a:xfrm>
          <a:prstGeom prst="rect">
            <a:avLst/>
          </a:prstGeom>
        </p:spPr>
      </p:pic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74AA9252-B2EC-4861-818B-513E145D1BF9}"/>
              </a:ext>
            </a:extLst>
          </p:cNvPr>
          <p:cNvCxnSpPr>
            <a:stCxn id="12" idx="3"/>
            <a:endCxn id="16" idx="1"/>
          </p:cNvCxnSpPr>
          <p:nvPr/>
        </p:nvCxnSpPr>
        <p:spPr>
          <a:xfrm>
            <a:off x="4541880" y="1518933"/>
            <a:ext cx="266575" cy="5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F62F62EA-6F91-0383-17A0-0B4FC46C0392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 flipV="1">
            <a:off x="5918640" y="1513538"/>
            <a:ext cx="306222" cy="109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95AB4734-7D73-7C6A-A109-966FDF2F9625}"/>
              </a:ext>
            </a:extLst>
          </p:cNvPr>
          <p:cNvCxnSpPr>
            <a:cxnSpLocks/>
          </p:cNvCxnSpPr>
          <p:nvPr/>
        </p:nvCxnSpPr>
        <p:spPr>
          <a:xfrm>
            <a:off x="7297474" y="1512889"/>
            <a:ext cx="4084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32" name="Рисунок 31" descr="Изображение выглядит как текст, снимок экрана, логотип, графический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7F95B54-8542-017C-E002-6EA6818453E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5891" y="284818"/>
            <a:ext cx="1110728" cy="2473780"/>
          </a:xfrm>
          <a:prstGeom prst="rect">
            <a:avLst/>
          </a:prstGeom>
        </p:spPr>
      </p:pic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EE256F7D-59BB-8433-64A1-7DB513017AD1}"/>
              </a:ext>
            </a:extLst>
          </p:cNvPr>
          <p:cNvCxnSpPr>
            <a:cxnSpLocks/>
          </p:cNvCxnSpPr>
          <p:nvPr/>
        </p:nvCxnSpPr>
        <p:spPr>
          <a:xfrm>
            <a:off x="8854320" y="1511610"/>
            <a:ext cx="4084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38" name="Рисунок 37" descr="Изображение выглядит как текст, снимок экрана, Шрифт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B3F8A3A-CFB5-FB67-290B-88ACBEE08F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1966" y="275276"/>
            <a:ext cx="1110185" cy="2487313"/>
          </a:xfrm>
          <a:prstGeom prst="rect">
            <a:avLst/>
          </a:prstGeom>
        </p:spPr>
      </p:pic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2297C6FD-9439-C3CB-FBBE-CCB0D306C46C}"/>
              </a:ext>
            </a:extLst>
          </p:cNvPr>
          <p:cNvCxnSpPr>
            <a:stCxn id="20" idx="3"/>
            <a:endCxn id="38" idx="1"/>
          </p:cNvCxnSpPr>
          <p:nvPr/>
        </p:nvCxnSpPr>
        <p:spPr>
          <a:xfrm>
            <a:off x="10372922" y="1517576"/>
            <a:ext cx="489044" cy="13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42" name="Рисунок 41" descr="Изображение выглядит как текст, снимок экрана, Шрифт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1A98807-5B16-5E13-FB4E-48BB0CF282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200" y="3303639"/>
            <a:ext cx="1158488" cy="2586512"/>
          </a:xfrm>
          <a:prstGeom prst="rect">
            <a:avLst/>
          </a:prstGeom>
        </p:spPr>
      </p:pic>
      <p:cxnSp>
        <p:nvCxnSpPr>
          <p:cNvPr id="46" name="Соединитель: уступ 45">
            <a:extLst>
              <a:ext uri="{FF2B5EF4-FFF2-40B4-BE49-F238E27FC236}">
                <a16:creationId xmlns:a16="http://schemas.microsoft.com/office/drawing/2014/main" id="{28D4FD0D-981B-05AE-1B94-D89ED44BAE09}"/>
              </a:ext>
            </a:extLst>
          </p:cNvPr>
          <p:cNvCxnSpPr>
            <a:cxnSpLocks/>
          </p:cNvCxnSpPr>
          <p:nvPr/>
        </p:nvCxnSpPr>
        <p:spPr>
          <a:xfrm rot="16200000" flipH="1">
            <a:off x="9728336" y="2414531"/>
            <a:ext cx="1651895" cy="1263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>
            <a:extLst>
              <a:ext uri="{FF2B5EF4-FFF2-40B4-BE49-F238E27FC236}">
                <a16:creationId xmlns:a16="http://schemas.microsoft.com/office/drawing/2014/main" id="{8675E802-2D13-9D55-AF80-683456C14F28}"/>
              </a:ext>
            </a:extLst>
          </p:cNvPr>
          <p:cNvCxnSpPr/>
          <p:nvPr/>
        </p:nvCxnSpPr>
        <p:spPr>
          <a:xfrm flipH="1">
            <a:off x="10372922" y="1651744"/>
            <a:ext cx="1182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56" name="Рисунок 55" descr="Изображение выглядит как текст, электроника, снимок экрана, пианин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2E5B909-0C35-AA5C-1239-3915AB883A8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6424" y="3111611"/>
            <a:ext cx="1104427" cy="2462682"/>
          </a:xfrm>
          <a:prstGeom prst="rect">
            <a:avLst/>
          </a:prstGeom>
        </p:spPr>
      </p:pic>
      <p:sp>
        <p:nvSpPr>
          <p:cNvPr id="57" name="Прямоугольник: скругленные углы 56">
            <a:extLst>
              <a:ext uri="{FF2B5EF4-FFF2-40B4-BE49-F238E27FC236}">
                <a16:creationId xmlns:a16="http://schemas.microsoft.com/office/drawing/2014/main" id="{43712589-C224-2005-80AE-B238A03EF503}"/>
              </a:ext>
            </a:extLst>
          </p:cNvPr>
          <p:cNvSpPr/>
          <p:nvPr/>
        </p:nvSpPr>
        <p:spPr>
          <a:xfrm>
            <a:off x="656303" y="1578077"/>
            <a:ext cx="825910" cy="154858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A7B95023-948B-63C8-68D5-6A1F01FC7C14}"/>
              </a:ext>
            </a:extLst>
          </p:cNvPr>
          <p:cNvCxnSpPr>
            <a:cxnSpLocks/>
          </p:cNvCxnSpPr>
          <p:nvPr/>
        </p:nvCxnSpPr>
        <p:spPr>
          <a:xfrm>
            <a:off x="2374900" y="6164826"/>
            <a:ext cx="824254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4ABCA8E8-5F14-F059-00AC-34C78CE13AF7}"/>
              </a:ext>
            </a:extLst>
          </p:cNvPr>
          <p:cNvCxnSpPr>
            <a:stCxn id="42" idx="2"/>
          </p:cNvCxnSpPr>
          <p:nvPr/>
        </p:nvCxnSpPr>
        <p:spPr>
          <a:xfrm>
            <a:off x="10617444" y="5890151"/>
            <a:ext cx="0" cy="2746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>
            <a:extLst>
              <a:ext uri="{FF2B5EF4-FFF2-40B4-BE49-F238E27FC236}">
                <a16:creationId xmlns:a16="http://schemas.microsoft.com/office/drawing/2014/main" id="{9E13B715-952D-A660-9247-3B79BC0960A2}"/>
              </a:ext>
            </a:extLst>
          </p:cNvPr>
          <p:cNvCxnSpPr>
            <a:cxnSpLocks/>
          </p:cNvCxnSpPr>
          <p:nvPr/>
        </p:nvCxnSpPr>
        <p:spPr>
          <a:xfrm flipV="1">
            <a:off x="2374900" y="5567720"/>
            <a:ext cx="0" cy="5971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Прямоугольник: скругленные углы 70">
            <a:extLst>
              <a:ext uri="{FF2B5EF4-FFF2-40B4-BE49-F238E27FC236}">
                <a16:creationId xmlns:a16="http://schemas.microsoft.com/office/drawing/2014/main" id="{0D1B341A-8B0B-A7A2-945E-BF5F370F270A}"/>
              </a:ext>
            </a:extLst>
          </p:cNvPr>
          <p:cNvSpPr/>
          <p:nvPr/>
        </p:nvSpPr>
        <p:spPr>
          <a:xfrm>
            <a:off x="10038200" y="5493774"/>
            <a:ext cx="1158488" cy="309716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7" name="Прямая соединительная линия 76">
            <a:extLst>
              <a:ext uri="{FF2B5EF4-FFF2-40B4-BE49-F238E27FC236}">
                <a16:creationId xmlns:a16="http://schemas.microsoft.com/office/drawing/2014/main" id="{BBCE13A4-C268-AAD0-AB0D-F868C8A02900}"/>
              </a:ext>
            </a:extLst>
          </p:cNvPr>
          <p:cNvCxnSpPr>
            <a:stCxn id="57" idx="3"/>
          </p:cNvCxnSpPr>
          <p:nvPr/>
        </p:nvCxnSpPr>
        <p:spPr>
          <a:xfrm>
            <a:off x="1482213" y="1655506"/>
            <a:ext cx="319310" cy="206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единительная линия 80">
            <a:extLst>
              <a:ext uri="{FF2B5EF4-FFF2-40B4-BE49-F238E27FC236}">
                <a16:creationId xmlns:a16="http://schemas.microsoft.com/office/drawing/2014/main" id="{ACE0D3C3-5D9B-34B9-919C-71D82D42D219}"/>
              </a:ext>
            </a:extLst>
          </p:cNvPr>
          <p:cNvCxnSpPr/>
          <p:nvPr/>
        </p:nvCxnSpPr>
        <p:spPr>
          <a:xfrm>
            <a:off x="1801523" y="1861984"/>
            <a:ext cx="0" cy="17892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Прямая со стрелкой 82">
            <a:extLst>
              <a:ext uri="{FF2B5EF4-FFF2-40B4-BE49-F238E27FC236}">
                <a16:creationId xmlns:a16="http://schemas.microsoft.com/office/drawing/2014/main" id="{48508487-B07B-DE0F-B0EE-99C6F383E0AC}"/>
              </a:ext>
            </a:extLst>
          </p:cNvPr>
          <p:cNvCxnSpPr/>
          <p:nvPr/>
        </p:nvCxnSpPr>
        <p:spPr>
          <a:xfrm>
            <a:off x="1801523" y="3651250"/>
            <a:ext cx="1549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7387AE9-F881-8300-2CE1-727BC73B99BA}"/>
              </a:ext>
            </a:extLst>
          </p:cNvPr>
          <p:cNvCxnSpPr>
            <a:cxnSpLocks/>
          </p:cNvCxnSpPr>
          <p:nvPr/>
        </p:nvCxnSpPr>
        <p:spPr>
          <a:xfrm>
            <a:off x="3060851" y="3665777"/>
            <a:ext cx="6642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8F499E39-BD18-1DDA-AAC6-C9A9B04B5263}"/>
              </a:ext>
            </a:extLst>
          </p:cNvPr>
          <p:cNvCxnSpPr/>
          <p:nvPr/>
        </p:nvCxnSpPr>
        <p:spPr>
          <a:xfrm flipV="1">
            <a:off x="3725085" y="2739484"/>
            <a:ext cx="0" cy="9262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585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19</Words>
  <Application>Microsoft Office PowerPoint</Application>
  <PresentationFormat>Широкоэкранный</PresentationFormat>
  <Paragraphs>1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Тема Office</vt:lpstr>
      <vt:lpstr>                                     CJM подключения камер 4G (iOS) Android аналогичный CJM, только без сканирования штрих-кода камерой смартфона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Виталий Ефремов</dc:creator>
  <cp:lastModifiedBy>Виталий Ефремов</cp:lastModifiedBy>
  <cp:revision>3</cp:revision>
  <dcterms:created xsi:type="dcterms:W3CDTF">2026-03-09T15:42:12Z</dcterms:created>
  <dcterms:modified xsi:type="dcterms:W3CDTF">2026-03-09T16:24:07Z</dcterms:modified>
</cp:coreProperties>
</file>